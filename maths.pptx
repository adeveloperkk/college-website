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4" r:id="rId5"/>
    <p:sldId id="265" r:id="rId6"/>
    <p:sldId id="266" r:id="rId7"/>
    <p:sldId id="260" r:id="rId8"/>
    <p:sldId id="261" r:id="rId9"/>
    <p:sldId id="267" r:id="rId10"/>
    <p:sldId id="262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428D-C3CE-4186-B3B9-B210836619B5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3DFD9-E773-48A9-A2CA-531F3653F8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428D-C3CE-4186-B3B9-B210836619B5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3DFD9-E773-48A9-A2CA-531F3653F8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428D-C3CE-4186-B3B9-B210836619B5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3DFD9-E773-48A9-A2CA-531F3653F8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428D-C3CE-4186-B3B9-B210836619B5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3DFD9-E773-48A9-A2CA-531F3653F8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428D-C3CE-4186-B3B9-B210836619B5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3DFD9-E773-48A9-A2CA-531F3653F8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428D-C3CE-4186-B3B9-B210836619B5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3DFD9-E773-48A9-A2CA-531F3653F8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428D-C3CE-4186-B3B9-B210836619B5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3DFD9-E773-48A9-A2CA-531F3653F8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428D-C3CE-4186-B3B9-B210836619B5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3DFD9-E773-48A9-A2CA-531F3653F8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428D-C3CE-4186-B3B9-B210836619B5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3DFD9-E773-48A9-A2CA-531F3653F8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428D-C3CE-4186-B3B9-B210836619B5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3DFD9-E773-48A9-A2CA-531F3653F8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428D-C3CE-4186-B3B9-B210836619B5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3DFD9-E773-48A9-A2CA-531F3653F8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B8428D-C3CE-4186-B3B9-B210836619B5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3DFD9-E773-48A9-A2CA-531F3653F8C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microbenotes.com/cytoskeleton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URUJD5NEXC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LYSOSOMES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en-US" dirty="0" err="1"/>
              <a:t>Lysosomes</a:t>
            </a:r>
            <a:r>
              <a:rPr lang="en-US" dirty="0"/>
              <a:t> are ultra structural particles of the cell containing hydrolytic enzymes responsible for digestion. </a:t>
            </a:r>
            <a:r>
              <a:rPr lang="en-US" dirty="0" smtClean="0"/>
              <a:t>They are formed by </a:t>
            </a:r>
            <a:r>
              <a:rPr lang="en-US" dirty="0" err="1" smtClean="0"/>
              <a:t>golgi</a:t>
            </a:r>
            <a:r>
              <a:rPr lang="en-US" smtClean="0"/>
              <a:t> bodies.</a:t>
            </a:r>
            <a:endParaRPr lang="en-US" dirty="0" smtClean="0"/>
          </a:p>
          <a:p>
            <a:r>
              <a:rPr lang="en-US" dirty="0" smtClean="0"/>
              <a:t>Particles isolated from tobacco and maize seedlings contain several of the </a:t>
            </a:r>
            <a:r>
              <a:rPr lang="en-US" dirty="0" err="1" smtClean="0"/>
              <a:t>hydrolases</a:t>
            </a:r>
            <a:r>
              <a:rPr lang="en-US" dirty="0" smtClean="0"/>
              <a:t> found in animal </a:t>
            </a:r>
            <a:r>
              <a:rPr lang="en-US" dirty="0" err="1" smtClean="0"/>
              <a:t>lysosomes</a:t>
            </a:r>
            <a:r>
              <a:rPr lang="en-US" dirty="0" smtClean="0"/>
              <a:t>. They are so called because they contain </a:t>
            </a:r>
            <a:r>
              <a:rPr lang="en-US" dirty="0" err="1" smtClean="0"/>
              <a:t>lytic</a:t>
            </a:r>
            <a:r>
              <a:rPr lang="en-US" dirty="0" smtClean="0"/>
              <a:t> or destructive enzymes. The enzymes, if released, can digest the cell and hence </a:t>
            </a:r>
            <a:r>
              <a:rPr lang="en-US" dirty="0" err="1" smtClean="0"/>
              <a:t>lysosomes</a:t>
            </a:r>
            <a:r>
              <a:rPr lang="en-US" dirty="0" smtClean="0"/>
              <a:t> are sometimes called</a:t>
            </a:r>
            <a:r>
              <a:rPr lang="en-US" b="1" dirty="0" smtClean="0"/>
              <a:t> </a:t>
            </a:r>
            <a:r>
              <a:rPr lang="en-US" dirty="0" smtClean="0"/>
              <a:t>‘suicide bags’</a:t>
            </a:r>
            <a:r>
              <a:rPr lang="en-US" b="1" dirty="0" smtClean="0"/>
              <a:t>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Lysosomes</a:t>
            </a:r>
            <a:r>
              <a:rPr lang="en-US" dirty="0"/>
              <a:t> are globular or granu­lar in appearance </a:t>
            </a:r>
            <a:r>
              <a:rPr lang="en-US" dirty="0" smtClean="0"/>
              <a:t>without </a:t>
            </a:r>
            <a:r>
              <a:rPr lang="en-US" dirty="0"/>
              <a:t>any characteristic shape or structure. These are bounded by a single lipoprotein membrane con­taining enzymes in crystalline form. The enzymes present are </a:t>
            </a:r>
            <a:r>
              <a:rPr lang="en-US" dirty="0" err="1"/>
              <a:t>phosphatase</a:t>
            </a:r>
            <a:r>
              <a:rPr lang="en-US" dirty="0"/>
              <a:t>, nuclease, lipase, protease, glycosidase, sulfates, amylase.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jpg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85720" y="642918"/>
            <a:ext cx="7786742" cy="5500726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Primary </a:t>
            </a:r>
            <a:r>
              <a:rPr lang="en-US" b="1" dirty="0" err="1"/>
              <a:t>lysosomes</a:t>
            </a:r>
            <a:r>
              <a:rPr lang="en-US" dirty="0"/>
              <a:t> </a:t>
            </a:r>
            <a:r>
              <a:rPr lang="en-US" dirty="0" smtClean="0"/>
              <a:t> are </a:t>
            </a:r>
            <a:r>
              <a:rPr lang="en-US" dirty="0"/>
              <a:t>homogeneous, dense, membrane-bound organelles packed with acid </a:t>
            </a:r>
            <a:r>
              <a:rPr lang="en-US" dirty="0" err="1"/>
              <a:t>hydrolases</a:t>
            </a:r>
            <a:r>
              <a:rPr lang="en-US" dirty="0"/>
              <a:t> capable of breaking down polymers of all types. The low pH required for </a:t>
            </a:r>
            <a:r>
              <a:rPr lang="en-US" dirty="0" err="1"/>
              <a:t>hydrolase</a:t>
            </a:r>
            <a:r>
              <a:rPr lang="en-US" dirty="0"/>
              <a:t> activity </a:t>
            </a:r>
            <a:r>
              <a:rPr lang="en-US" dirty="0" smtClean="0"/>
              <a:t>is </a:t>
            </a:r>
            <a:r>
              <a:rPr lang="en-US" dirty="0"/>
              <a:t>maintained by a membrane ATP-dependent hydrogen ion pump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Secondary</a:t>
            </a:r>
            <a:r>
              <a:rPr lang="en-US" dirty="0" smtClean="0"/>
              <a:t>:-These </a:t>
            </a:r>
            <a:r>
              <a:rPr lang="en-US" dirty="0"/>
              <a:t>ultimately fuse with primary </a:t>
            </a:r>
            <a:r>
              <a:rPr lang="en-US" dirty="0" err="1"/>
              <a:t>lysosomes</a:t>
            </a:r>
            <a:r>
              <a:rPr lang="en-US" dirty="0"/>
              <a:t>, thus forming secondary </a:t>
            </a:r>
            <a:r>
              <a:rPr lang="en-US" dirty="0" err="1"/>
              <a:t>lysosomes</a:t>
            </a:r>
            <a:r>
              <a:rPr lang="en-US" dirty="0"/>
              <a:t>. This body having engulfed material within membrane has also full complements of acid </a:t>
            </a:r>
            <a:r>
              <a:rPr lang="en-US" dirty="0" err="1"/>
              <a:t>hydrolases</a:t>
            </a:r>
            <a:r>
              <a:rPr lang="en-US" dirty="0"/>
              <a:t> 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 smtClean="0"/>
              <a:t> Residual bodies: </a:t>
            </a:r>
            <a:r>
              <a:rPr lang="en-US" dirty="0" err="1" smtClean="0"/>
              <a:t>lysosomes</a:t>
            </a:r>
            <a:r>
              <a:rPr lang="en-US" dirty="0" smtClean="0"/>
              <a:t> having undigested material or debris are called residual bodies.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b="1" dirty="0" err="1" smtClean="0"/>
              <a:t>Autophagic</a:t>
            </a:r>
            <a:r>
              <a:rPr lang="en-US" b="1" dirty="0" smtClean="0"/>
              <a:t> </a:t>
            </a:r>
            <a:r>
              <a:rPr lang="en-US" b="1" dirty="0" err="1" smtClean="0"/>
              <a:t>vacuole</a:t>
            </a:r>
            <a:r>
              <a:rPr lang="en-US" dirty="0" err="1" smtClean="0"/>
              <a:t>It</a:t>
            </a:r>
            <a:r>
              <a:rPr lang="en-US" dirty="0" smtClean="0"/>
              <a:t> </a:t>
            </a:r>
            <a:r>
              <a:rPr lang="en-US" dirty="0"/>
              <a:t>is a special case in which </a:t>
            </a:r>
            <a:r>
              <a:rPr lang="en-US" dirty="0" err="1"/>
              <a:t>lysosome</a:t>
            </a:r>
            <a:r>
              <a:rPr lang="en-US" dirty="0"/>
              <a:t> digests a part of cell (e.g., mitochondria or portions of ER) by the process of </a:t>
            </a:r>
            <a:r>
              <a:rPr lang="en-US" dirty="0" err="1"/>
              <a:t>autophagy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2.jpg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857224" y="571480"/>
            <a:ext cx="6572296" cy="5143536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Function of </a:t>
            </a:r>
            <a:r>
              <a:rPr lang="en-US" b="1" dirty="0" err="1" smtClean="0"/>
              <a:t>Lysosomes</a:t>
            </a:r>
            <a:r>
              <a:rPr lang="en-US" b="1" dirty="0" smtClean="0"/>
              <a:t> in Cell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 err="1" smtClean="0"/>
              <a:t>Lysosomes</a:t>
            </a:r>
            <a:r>
              <a:rPr lang="en-US" dirty="0" smtClean="0"/>
              <a:t> </a:t>
            </a:r>
            <a:r>
              <a:rPr lang="en-US" dirty="0"/>
              <a:t>are bags containing digestive enzymes involved in digestion of intra­cellular and extracellular particles. </a:t>
            </a:r>
            <a:endParaRPr lang="en-US" dirty="0" smtClean="0"/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The </a:t>
            </a:r>
            <a:r>
              <a:rPr lang="en-US" dirty="0"/>
              <a:t>primary </a:t>
            </a:r>
            <a:r>
              <a:rPr lang="en-US" dirty="0" err="1"/>
              <a:t>lysosomes</a:t>
            </a:r>
            <a:r>
              <a:rPr lang="en-US" dirty="0"/>
              <a:t> secrete </a:t>
            </a:r>
            <a:r>
              <a:rPr lang="en-US" dirty="0" err="1"/>
              <a:t>hydrolases</a:t>
            </a:r>
            <a:r>
              <a:rPr lang="en-US" dirty="0"/>
              <a:t> outside by </a:t>
            </a:r>
            <a:r>
              <a:rPr lang="en-US" dirty="0" err="1"/>
              <a:t>exocytosis</a:t>
            </a:r>
            <a:r>
              <a:rPr lang="en-US" dirty="0"/>
              <a:t>, resulting in degradation of the </a:t>
            </a:r>
            <a:r>
              <a:rPr lang="en-US" dirty="0" smtClean="0"/>
              <a:t>extracellular </a:t>
            </a:r>
            <a:r>
              <a:rPr lang="en-US" dirty="0"/>
              <a:t>material (extracellular digestion).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Function of </a:t>
            </a:r>
            <a:r>
              <a:rPr lang="en-US" b="1" dirty="0" err="1" smtClean="0"/>
              <a:t>Lysosomes</a:t>
            </a:r>
            <a:r>
              <a:rPr lang="en-US" b="1" dirty="0" smtClean="0"/>
              <a:t> in Cell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fontAlgn="base"/>
            <a:r>
              <a:rPr lang="en-US" dirty="0" smtClean="0"/>
              <a:t>Digestion of substances within the cell is called intracellular digestion. Intracellular digestion may involve </a:t>
            </a:r>
            <a:r>
              <a:rPr lang="en-US" dirty="0" err="1" smtClean="0"/>
              <a:t>heterophagy</a:t>
            </a:r>
            <a:r>
              <a:rPr lang="en-US" dirty="0" smtClean="0"/>
              <a:t> or </a:t>
            </a:r>
            <a:r>
              <a:rPr lang="en-US" dirty="0" err="1" smtClean="0"/>
              <a:t>autophagy</a:t>
            </a:r>
            <a:r>
              <a:rPr lang="en-US" dirty="0" smtClean="0"/>
              <a:t>.</a:t>
            </a:r>
          </a:p>
          <a:p>
            <a:pPr fontAlgn="base"/>
            <a:r>
              <a:rPr lang="en-US" dirty="0" smtClean="0"/>
              <a:t> </a:t>
            </a:r>
            <a:r>
              <a:rPr lang="en-US" dirty="0" err="1" smtClean="0"/>
              <a:t>Heterophagy</a:t>
            </a:r>
            <a:r>
              <a:rPr lang="en-US" dirty="0" smtClean="0"/>
              <a:t> is the intake of exogenous material into the cell by </a:t>
            </a:r>
            <a:r>
              <a:rPr lang="en-US" dirty="0" err="1" smtClean="0"/>
              <a:t>endocytosis</a:t>
            </a:r>
            <a:r>
              <a:rPr lang="en-US" dirty="0" smtClean="0"/>
              <a:t> and the subsequent breakdown of this material by enzymes in secon­dary </a:t>
            </a:r>
            <a:r>
              <a:rPr lang="en-US" dirty="0" err="1" smtClean="0"/>
              <a:t>lysosomes</a:t>
            </a:r>
            <a:r>
              <a:rPr lang="en-US" dirty="0" smtClean="0"/>
              <a:t>. </a:t>
            </a:r>
            <a:r>
              <a:rPr lang="en-US" dirty="0" err="1" smtClean="0"/>
              <a:t>Autophagy</a:t>
            </a:r>
            <a:r>
              <a:rPr lang="en-US" dirty="0" smtClean="0"/>
              <a:t> brings about digestion of cell’s own material on the death of a cell, or with cellular injury.</a:t>
            </a:r>
          </a:p>
          <a:p>
            <a:endParaRPr lang="en-US" dirty="0" smtClean="0"/>
          </a:p>
          <a:p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Microfilaments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Microfilaments, also called </a:t>
            </a:r>
            <a:r>
              <a:rPr lang="en-US" dirty="0" err="1"/>
              <a:t>actin</a:t>
            </a:r>
            <a:r>
              <a:rPr lang="en-US" dirty="0"/>
              <a:t> filaments, are polymers of the protein </a:t>
            </a:r>
            <a:r>
              <a:rPr lang="en-US" dirty="0" err="1"/>
              <a:t>actin</a:t>
            </a:r>
            <a:r>
              <a:rPr lang="en-US" dirty="0"/>
              <a:t> that are part of a cell’s </a:t>
            </a:r>
            <a:r>
              <a:rPr lang="en-US" b="1" dirty="0">
                <a:hlinkClick r:id="rId2"/>
              </a:rPr>
              <a:t>cytoskeleton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Common </a:t>
            </a:r>
            <a:r>
              <a:rPr lang="en-US" dirty="0"/>
              <a:t>to all eukaryotic cells, these filaments are primarily structural in function and are an important component of the cytoskeleton, along with microtubules and often the intermediate </a:t>
            </a:r>
            <a:r>
              <a:rPr lang="en-US" dirty="0" smtClean="0"/>
              <a:t>filaments.</a:t>
            </a:r>
          </a:p>
          <a:p>
            <a:endParaRPr lang="en-US" dirty="0" smtClean="0"/>
          </a:p>
          <a:p>
            <a:r>
              <a:rPr lang="en-US" dirty="0" smtClean="0"/>
              <a:t>They</a:t>
            </a:r>
            <a:r>
              <a:rPr lang="en-US" dirty="0"/>
              <a:t> are the smallest filaments of the cytoskeleton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Microfilaments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Microfilament functions include </a:t>
            </a:r>
            <a:r>
              <a:rPr lang="en-US" dirty="0" err="1"/>
              <a:t>cytokinesis</a:t>
            </a:r>
            <a:r>
              <a:rPr lang="en-US" dirty="0"/>
              <a:t>, amoeboid </a:t>
            </a:r>
            <a:r>
              <a:rPr lang="en-US" b="1" dirty="0"/>
              <a:t>movement</a:t>
            </a:r>
            <a:r>
              <a:rPr lang="en-US" dirty="0"/>
              <a:t>, cell motility, changes in cell shape, </a:t>
            </a:r>
            <a:r>
              <a:rPr lang="en-US" dirty="0" smtClean="0"/>
              <a:t>cell contractility</a:t>
            </a:r>
            <a:r>
              <a:rPr lang="en-US" dirty="0"/>
              <a:t>.</a:t>
            </a:r>
          </a:p>
        </p:txBody>
      </p:sp>
      <p:pic>
        <p:nvPicPr>
          <p:cNvPr id="6" name="Content Placeholder 5" descr="3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29124" y="1785926"/>
            <a:ext cx="4714876" cy="4500594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Video link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https://www.youtube.com/watch?v=URUJD5NEXC8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302</Words>
  <Application>Microsoft Office PowerPoint</Application>
  <PresentationFormat>On-screen Show (4:3)</PresentationFormat>
  <Paragraphs>27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LYSOSOMES</vt:lpstr>
      <vt:lpstr>Slide 2</vt:lpstr>
      <vt:lpstr>Slide 3</vt:lpstr>
      <vt:lpstr>Slide 4</vt:lpstr>
      <vt:lpstr>Slide 5</vt:lpstr>
      <vt:lpstr>Slide 6</vt:lpstr>
      <vt:lpstr>Function of Lysosomes in Cell</vt:lpstr>
      <vt:lpstr>Function of Lysosomes in Cell</vt:lpstr>
      <vt:lpstr>Microfilaments</vt:lpstr>
      <vt:lpstr>Microfilaments</vt:lpstr>
      <vt:lpstr>Video link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LYSOSOMES</dc:title>
  <dc:creator>harsha</dc:creator>
  <cp:lastModifiedBy>harsha</cp:lastModifiedBy>
  <cp:revision>10</cp:revision>
  <dcterms:created xsi:type="dcterms:W3CDTF">2020-08-26T13:46:30Z</dcterms:created>
  <dcterms:modified xsi:type="dcterms:W3CDTF">2021-02-09T08:59:22Z</dcterms:modified>
</cp:coreProperties>
</file>